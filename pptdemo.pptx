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972" y="-675456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000584" y="256340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13"/>
          <p:cNvCxnSpPr/>
          <p:nvPr/>
        </p:nvCxnSpPr>
        <p:spPr>
          <a:xfrm>
            <a:off x="179512" y="1988840"/>
            <a:ext cx="885698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descr="https://lh5.googleusercontent.com/hdPo-zZ5xgmUEYCj7YCefnLWHo_Nec6MTkAOa14T02cR-j2lEwYIDyNgpWfyejI17kquDx4ZoGNNy02HWIVFAfvnvdqTM9biLh5hJyodc46HUMnB8n3jHfZ1X3oFDPg0ywHcK34pknMtU8sB-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200" y="645720"/>
            <a:ext cx="976991" cy="839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cription: GROUP LOGO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72400" y="516197"/>
            <a:ext cx="733425" cy="8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1907703" y="438342"/>
            <a:ext cx="602652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H RAISONI INSTITUTE OF ENGINEERING &amp; TECHNOLOGY</a:t>
            </a: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Accredited by NAAC with A+ Grade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Shraddha Park, B-37-39/1, MIDC, Hingna-Wadi Link Road, Nagpur-440016 (INDIA)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2858571" y="2262066"/>
            <a:ext cx="42659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FINALISATION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3220144" y="2854313"/>
            <a:ext cx="34016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of Computer Application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3437961" y="3373993"/>
            <a:ext cx="2436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MCA-II, Semester-IV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707904" y="4301495"/>
            <a:ext cx="1994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Student/s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3437961" y="3765643"/>
            <a:ext cx="2632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MCAP401-Project Work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